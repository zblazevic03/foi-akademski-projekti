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4187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1687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62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90263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9568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41448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7334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69557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99806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ska 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10992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 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57943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8672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63454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up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87572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upca sa slik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70546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086414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5952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34F620B-206E-40CD-B992-E6BB91E903F5}" type="datetimeFigureOut">
              <a:rPr lang="hr-HR" smtClean="0"/>
              <a:t>1.6.2023.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EC2FAB5-CB0B-4AF7-8998-8B555708C9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789400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ktok.com/@zblazevic21.foi/video/7239806357304544539?is_from_webapp=1&amp;web_id=7239798949992597019" TargetMode="External"/><Relationship Id="rId2" Type="http://schemas.openxmlformats.org/officeDocument/2006/relationships/hyperlink" Target="https://youtu.be/rNEc_o71cDo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0DF03CD-2CB0-A255-2596-CC8E1161FF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Promocija</a:t>
            </a:r>
            <a:r>
              <a:rPr lang="es-ES" dirty="0"/>
              <a:t> </a:t>
            </a:r>
            <a:r>
              <a:rPr lang="es-ES" dirty="0" err="1"/>
              <a:t>pasmine</a:t>
            </a:r>
            <a:r>
              <a:rPr lang="es-ES" dirty="0"/>
              <a:t> pasa </a:t>
            </a:r>
            <a:r>
              <a:rPr lang="es-ES" dirty="0" err="1"/>
              <a:t>Bigl</a:t>
            </a:r>
            <a:r>
              <a:rPr lang="es-ES" dirty="0"/>
              <a:t> (Beagle)</a:t>
            </a:r>
            <a:endParaRPr lang="hr-HR" dirty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5E83582D-2262-9D39-30C5-1DA7D29C8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167682"/>
            <a:ext cx="9440034" cy="1049867"/>
          </a:xfrm>
        </p:spPr>
        <p:txBody>
          <a:bodyPr/>
          <a:lstStyle/>
          <a:p>
            <a:pPr algn="r"/>
            <a:r>
              <a:rPr lang="hr-HR" dirty="0"/>
              <a:t>Autor: Zdravko Blažević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080544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BE2DF21-633A-E2FC-D04A-5D4BE3D87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078749" cy="970450"/>
          </a:xfrm>
        </p:spPr>
        <p:txBody>
          <a:bodyPr anchor="b">
            <a:normAutofit/>
          </a:bodyPr>
          <a:lstStyle/>
          <a:p>
            <a:pPr algn="l"/>
            <a:r>
              <a:rPr lang="hr-HR" sz="2800"/>
              <a:t>Pred produkcija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7B99954-0934-A6DB-AF32-F02CC3633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3078749" cy="4058751"/>
          </a:xfrm>
        </p:spPr>
        <p:txBody>
          <a:bodyPr anchor="t">
            <a:normAutofit/>
          </a:bodyPr>
          <a:lstStyle/>
          <a:p>
            <a:r>
              <a:rPr lang="hr-HR" sz="1600" dirty="0"/>
              <a:t>Istraživanje o pasmini </a:t>
            </a:r>
            <a:r>
              <a:rPr lang="hr-HR" sz="1600" dirty="0" err="1"/>
              <a:t>Beagle</a:t>
            </a:r>
            <a:endParaRPr lang="hr-HR" sz="1600" dirty="0"/>
          </a:p>
          <a:p>
            <a:r>
              <a:rPr lang="hr-HR" sz="1600" dirty="0"/>
              <a:t>Izrada plana snimanja</a:t>
            </a:r>
          </a:p>
          <a:p>
            <a:r>
              <a:rPr lang="pl-PL" sz="1600" dirty="0"/>
              <a:t>Pronalaženje lokacija za snimanje</a:t>
            </a:r>
            <a:endParaRPr lang="hr-HR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22D114-11B7-46ED-94A9-18DC1C977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965196"/>
            <a:ext cx="6581364" cy="4781641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C7B59779-8C65-0C0C-5727-06A71492AE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11" r="9940" b="1"/>
          <a:stretch/>
        </p:blipFill>
        <p:spPr>
          <a:xfrm>
            <a:off x="5120640" y="1438360"/>
            <a:ext cx="5676236" cy="3835314"/>
          </a:xfrm>
          <a:prstGeom prst="rect">
            <a:avLst/>
          </a:prstGeom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1C658F10-6B39-7B5C-6AA3-6C14F24C36B7}"/>
              </a:ext>
            </a:extLst>
          </p:cNvPr>
          <p:cNvSpPr txBox="1"/>
          <p:nvPr/>
        </p:nvSpPr>
        <p:spPr>
          <a:xfrm>
            <a:off x="5246370" y="5275533"/>
            <a:ext cx="5424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i="0" dirty="0">
                <a:solidFill>
                  <a:srgbClr val="212529"/>
                </a:solidFill>
                <a:effectLst/>
                <a:latin typeface="neue-haas-grotesk-display"/>
              </a:rPr>
              <a:t>Video Pre </a:t>
            </a:r>
            <a:r>
              <a:rPr lang="hr-HR" sz="1100" i="0" dirty="0" err="1">
                <a:solidFill>
                  <a:srgbClr val="212529"/>
                </a:solidFill>
                <a:effectLst/>
                <a:latin typeface="neue-haas-grotesk-display"/>
              </a:rPr>
              <a:t>Production</a:t>
            </a:r>
            <a:r>
              <a:rPr lang="hr-HR" sz="1100" i="0" dirty="0">
                <a:solidFill>
                  <a:srgbClr val="212529"/>
                </a:solidFill>
                <a:effectLst/>
                <a:latin typeface="neue-haas-grotesk-display"/>
              </a:rPr>
              <a:t>: https://quickframe.com/wp-content/uploads/2022/06/SEOBlog_QF_VideoPreProduction_Blog_1920x1080.jpg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49650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D2AF092-E70A-75B0-292A-06508FB82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002" y="1590675"/>
            <a:ext cx="3078749" cy="970450"/>
          </a:xfrm>
        </p:spPr>
        <p:txBody>
          <a:bodyPr anchor="b">
            <a:normAutofit/>
          </a:bodyPr>
          <a:lstStyle/>
          <a:p>
            <a:pPr algn="l"/>
            <a:r>
              <a:rPr lang="hr-HR" sz="2800" dirty="0"/>
              <a:t>Produkcija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1C8B1AC-F7AD-A6D0-F621-C6C52F699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002" y="2723049"/>
            <a:ext cx="3078749" cy="4058751"/>
          </a:xfrm>
        </p:spPr>
        <p:txBody>
          <a:bodyPr anchor="t">
            <a:normAutofit/>
          </a:bodyPr>
          <a:lstStyle/>
          <a:p>
            <a:r>
              <a:rPr lang="hr-HR" sz="1600" dirty="0"/>
              <a:t>Snimanje glavnih scena</a:t>
            </a:r>
          </a:p>
          <a:p>
            <a:r>
              <a:rPr lang="hr-HR" sz="1600" dirty="0"/>
              <a:t>Snimanje dodatnih scena</a:t>
            </a:r>
          </a:p>
          <a:p>
            <a:endParaRPr lang="hr-HR" sz="1600" dirty="0"/>
          </a:p>
          <a:p>
            <a:endParaRPr lang="hr-HR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22D114-11B7-46ED-94A9-18DC1C977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965196"/>
            <a:ext cx="6581364" cy="4781641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B8B2523F-E4D8-873C-384C-166AAC8E23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128" r="12023" b="1"/>
          <a:stretch/>
        </p:blipFill>
        <p:spPr>
          <a:xfrm>
            <a:off x="5120640" y="1438360"/>
            <a:ext cx="5676236" cy="383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082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B96281C-838D-4BCD-BE5A-552E3519C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2072384-C070-7A11-EDB4-AF934DEC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51435"/>
            <a:ext cx="4538741" cy="1676961"/>
          </a:xfrm>
        </p:spPr>
        <p:txBody>
          <a:bodyPr>
            <a:normAutofit/>
          </a:bodyPr>
          <a:lstStyle/>
          <a:p>
            <a:r>
              <a:rPr lang="hr-HR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Post produkcija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4747169-A841-FC5C-0C56-3DE38F3A7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420471"/>
            <a:ext cx="4538741" cy="3370729"/>
          </a:xfrm>
        </p:spPr>
        <p:txBody>
          <a:bodyPr anchor="ctr">
            <a:normAutofit/>
          </a:bodyPr>
          <a:lstStyle/>
          <a:p>
            <a:pPr>
              <a:buClr>
                <a:srgbClr val="D7593A"/>
              </a:buClr>
            </a:pPr>
            <a:r>
              <a:rPr lang="hr-HR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Pregled i organizacija snimljenog materijala</a:t>
            </a:r>
          </a:p>
          <a:p>
            <a:pPr>
              <a:buClr>
                <a:srgbClr val="D7593A"/>
              </a:buClr>
            </a:pPr>
            <a:r>
              <a:rPr lang="hr-HR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Odabir najboljih scena</a:t>
            </a:r>
          </a:p>
          <a:p>
            <a:pPr>
              <a:buClr>
                <a:srgbClr val="D7593A"/>
              </a:buClr>
            </a:pPr>
            <a:r>
              <a:rPr lang="hr-HR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Montaža</a:t>
            </a:r>
          </a:p>
          <a:p>
            <a:pPr>
              <a:buClr>
                <a:srgbClr val="D7593A"/>
              </a:buClr>
            </a:pPr>
            <a:r>
              <a:rPr lang="hr-HR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Uređivanje sekvenci i prijelaza</a:t>
            </a:r>
          </a:p>
          <a:p>
            <a:pPr>
              <a:buClr>
                <a:srgbClr val="D7593A"/>
              </a:buClr>
            </a:pPr>
            <a:endParaRPr lang="hr-HR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DBF9AA-DD4B-4A5E-B4E5-CA1FD99D2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965196"/>
            <a:ext cx="5121372" cy="4781641"/>
          </a:xfrm>
          <a:prstGeom prst="rect">
            <a:avLst/>
          </a:prstGeom>
          <a:solidFill>
            <a:schemeClr val="bg1"/>
          </a:solidFill>
          <a:ln w="190500">
            <a:solidFill>
              <a:srgbClr val="FFFFFF">
                <a:alpha val="7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A875A18-C7EA-A38B-3DCC-6109F225D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762" y="2086083"/>
            <a:ext cx="4233113" cy="253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132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2892200-78C9-136F-E59F-D983FF2D9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666875"/>
            <a:ext cx="3078749" cy="970450"/>
          </a:xfrm>
        </p:spPr>
        <p:txBody>
          <a:bodyPr anchor="b">
            <a:normAutofit/>
          </a:bodyPr>
          <a:lstStyle/>
          <a:p>
            <a:pPr algn="l"/>
            <a:r>
              <a:rPr lang="hr-HR" sz="28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Post produkcija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5588129-685C-64EE-4A07-591C1FE1B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856399"/>
            <a:ext cx="3078749" cy="4482084"/>
          </a:xfrm>
        </p:spPr>
        <p:txBody>
          <a:bodyPr anchor="t">
            <a:normAutofit/>
          </a:bodyPr>
          <a:lstStyle/>
          <a:p>
            <a:r>
              <a:rPr lang="hr-HR" sz="16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Dodavanje glazbe</a:t>
            </a:r>
          </a:p>
          <a:p>
            <a:r>
              <a:rPr lang="hr-HR" sz="16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Korekcija boja i tonova</a:t>
            </a:r>
          </a:p>
          <a:p>
            <a:r>
              <a:rPr lang="nn-NO" sz="16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Konačno uređivanje i dotjerivanje videa</a:t>
            </a:r>
            <a:endParaRPr lang="hr-HR" sz="16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  <a:p>
            <a:endParaRPr lang="hr-HR" sz="16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7D93A086-7338-E033-4901-2A42BCFBE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339" y="1203865"/>
            <a:ext cx="6642193" cy="445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56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00B2C21-0212-4540-7AD2-6B1565281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hr-HR" dirty="0"/>
              <a:t>Snimanje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4ABA38C-687E-0FBD-24B0-89FE6FB88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5546272" cy="4058751"/>
          </a:xfrm>
        </p:spPr>
        <p:txBody>
          <a:bodyPr anchor="ctr">
            <a:normAutofit/>
          </a:bodyPr>
          <a:lstStyle/>
          <a:p>
            <a:pPr>
              <a:buClr>
                <a:srgbClr val="A3824D"/>
              </a:buClr>
            </a:pPr>
            <a:r>
              <a:rPr lang="hr-HR">
                <a:effectLst/>
                <a:latin typeface="Söhne"/>
              </a:rPr>
              <a:t>V</a:t>
            </a:r>
            <a:r>
              <a:rPr lang="hr-HR" b="0" i="0">
                <a:effectLst/>
                <a:latin typeface="Söhne"/>
              </a:rPr>
              <a:t>ideo je sniman mobilnim telefonom kako bismo postigli praktičnost, jednostavnost i mobilnost tijekom procesa snimanja.</a:t>
            </a:r>
          </a:p>
          <a:p>
            <a:pPr>
              <a:buClr>
                <a:srgbClr val="A3824D"/>
              </a:buClr>
            </a:pPr>
            <a:r>
              <a:rPr lang="hr-HR" b="0" i="0">
                <a:effectLst/>
                <a:latin typeface="Söhne"/>
              </a:rPr>
              <a:t>Vodio sam računa o stabilnosti telefona kako bismo osigurao jasne i oštre kadrove.</a:t>
            </a:r>
          </a:p>
          <a:p>
            <a:pPr>
              <a:buClr>
                <a:srgbClr val="A3824D"/>
              </a:buClr>
            </a:pPr>
            <a:r>
              <a:rPr lang="hr-HR" b="0" i="0">
                <a:effectLst/>
                <a:latin typeface="Söhne"/>
              </a:rPr>
              <a:t>Koristili smo stabilizaciju slike, kao što je stabilizacija optičkom ili digitalnom tehnologijom</a:t>
            </a:r>
            <a:endParaRPr lang="hr-HR">
              <a:effectLst/>
              <a:latin typeface="Söhne"/>
            </a:endParaRPr>
          </a:p>
          <a:p>
            <a:pPr>
              <a:buClr>
                <a:srgbClr val="A3824D"/>
              </a:buClr>
            </a:pPr>
            <a:r>
              <a:rPr lang="hr-HR" b="0" i="0">
                <a:effectLst/>
                <a:latin typeface="Söhne"/>
              </a:rPr>
              <a:t>Koristio sam prirodno osvijetljene</a:t>
            </a:r>
          </a:p>
          <a:p>
            <a:pPr marL="36900" indent="0">
              <a:buClr>
                <a:srgbClr val="A3824D"/>
              </a:buClr>
              <a:buNone/>
            </a:pPr>
            <a:endParaRPr lang="hr-HR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BC7083B-3FD8-7D01-4265-6358E068A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560" y="2481204"/>
            <a:ext cx="4065464" cy="256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48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EC21D37-00AE-B051-61CC-DA7B03C05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Montaža videa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94F9932-71E1-238D-5F47-4D7EFC6D4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b="0" i="0" dirty="0">
              <a:solidFill>
                <a:srgbClr val="D1D5DB"/>
              </a:solidFill>
              <a:effectLst/>
              <a:latin typeface="Söhne"/>
            </a:endParaRPr>
          </a:p>
          <a:p>
            <a:r>
              <a:rPr lang="hr-HR" b="0" i="0" dirty="0">
                <a:solidFill>
                  <a:srgbClr val="D1D5DB"/>
                </a:solidFill>
                <a:effectLst/>
                <a:latin typeface="Söhne"/>
              </a:rPr>
              <a:t>Oblikovan u segmente</a:t>
            </a:r>
          </a:p>
          <a:p>
            <a:r>
              <a:rPr lang="hr-HR" b="0" i="0" dirty="0">
                <a:solidFill>
                  <a:srgbClr val="D1D5DB"/>
                </a:solidFill>
                <a:effectLst/>
                <a:latin typeface="Söhne"/>
              </a:rPr>
              <a:t>Prijelaz sa segmenta na segment vršimo pomoću </a:t>
            </a:r>
            <a:r>
              <a:rPr lang="hr-HR" b="0" i="0" dirty="0" err="1">
                <a:solidFill>
                  <a:srgbClr val="D1D5DB"/>
                </a:solidFill>
                <a:effectLst/>
                <a:latin typeface="Söhne"/>
              </a:rPr>
              <a:t>prijelza</a:t>
            </a:r>
            <a:r>
              <a:rPr lang="hr-HR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hr-HR" b="0" i="0" dirty="0" err="1">
                <a:solidFill>
                  <a:srgbClr val="D1D5DB"/>
                </a:solidFill>
                <a:effectLst/>
                <a:latin typeface="Söhne"/>
              </a:rPr>
              <a:t>Fusion</a:t>
            </a:r>
            <a:r>
              <a:rPr lang="hr-HR" b="0" i="0" dirty="0">
                <a:solidFill>
                  <a:srgbClr val="D1D5DB"/>
                </a:solidFill>
                <a:effectLst/>
                <a:latin typeface="Söhne"/>
              </a:rPr>
              <a:t> Title- </a:t>
            </a:r>
            <a:r>
              <a:rPr lang="hr-HR" b="0" i="0" dirty="0" err="1">
                <a:solidFill>
                  <a:srgbClr val="D1D5DB"/>
                </a:solidFill>
                <a:effectLst/>
                <a:latin typeface="Söhne"/>
              </a:rPr>
              <a:t>Dark</a:t>
            </a:r>
            <a:r>
              <a:rPr lang="hr-HR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hr-HR" b="0" i="0" dirty="0" err="1">
                <a:solidFill>
                  <a:srgbClr val="D1D5DB"/>
                </a:solidFill>
                <a:effectLst/>
                <a:latin typeface="Söhne"/>
              </a:rPr>
              <a:t>Box</a:t>
            </a:r>
            <a:r>
              <a:rPr lang="hr-HR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hr-HR" b="0" i="0" dirty="0" err="1">
                <a:solidFill>
                  <a:srgbClr val="D1D5DB"/>
                </a:solidFill>
                <a:effectLst/>
                <a:latin typeface="Söhne"/>
              </a:rPr>
              <a:t>Text</a:t>
            </a:r>
            <a:endParaRPr lang="hr-HR" b="0" i="0" dirty="0">
              <a:solidFill>
                <a:srgbClr val="D1D5DB"/>
              </a:solidFill>
              <a:effectLst/>
              <a:latin typeface="Söhne"/>
            </a:endParaRPr>
          </a:p>
          <a:p>
            <a:r>
              <a:rPr lang="hr-HR" dirty="0">
                <a:solidFill>
                  <a:srgbClr val="D1D5DB"/>
                </a:solidFill>
                <a:effectLst/>
                <a:latin typeface="Söhne"/>
              </a:rPr>
              <a:t>Titlovi: </a:t>
            </a:r>
            <a:r>
              <a:rPr lang="hr-HR" dirty="0" err="1">
                <a:solidFill>
                  <a:srgbClr val="D1D5DB"/>
                </a:solidFill>
                <a:effectLst/>
                <a:latin typeface="Söhne"/>
              </a:rPr>
              <a:t>Tites</a:t>
            </a:r>
            <a:r>
              <a:rPr lang="hr-HR" dirty="0">
                <a:solidFill>
                  <a:srgbClr val="D1D5DB"/>
                </a:solidFill>
                <a:effectLst/>
                <a:latin typeface="Söhne"/>
              </a:rPr>
              <a:t>- </a:t>
            </a:r>
            <a:r>
              <a:rPr lang="hr-HR" dirty="0" err="1">
                <a:solidFill>
                  <a:srgbClr val="D1D5DB"/>
                </a:solidFill>
                <a:effectLst/>
                <a:latin typeface="Söhne"/>
              </a:rPr>
              <a:t>Rich</a:t>
            </a:r>
            <a:r>
              <a:rPr lang="hr-HR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hr-HR" dirty="0" err="1">
                <a:solidFill>
                  <a:srgbClr val="D1D5DB"/>
                </a:solidFill>
                <a:effectLst/>
                <a:latin typeface="Söhne"/>
              </a:rPr>
              <a:t>Text</a:t>
            </a:r>
            <a:endParaRPr lang="hr-HR" dirty="0">
              <a:solidFill>
                <a:srgbClr val="D1D5DB"/>
              </a:solidFill>
              <a:effectLst/>
              <a:latin typeface="Söhne"/>
            </a:endParaRPr>
          </a:p>
          <a:p>
            <a:r>
              <a:rPr lang="hr-HR" b="0" i="0" dirty="0">
                <a:solidFill>
                  <a:srgbClr val="D1D5DB"/>
                </a:solidFill>
                <a:effectLst/>
                <a:latin typeface="Söhne"/>
              </a:rPr>
              <a:t>Prijelaz između videa</a:t>
            </a:r>
            <a:r>
              <a:rPr lang="hr-HR" dirty="0">
                <a:solidFill>
                  <a:srgbClr val="D1D5DB"/>
                </a:solidFill>
                <a:effectLst/>
                <a:latin typeface="Söhne"/>
              </a:rPr>
              <a:t>: </a:t>
            </a:r>
            <a:r>
              <a:rPr lang="hr-HR" dirty="0" err="1">
                <a:solidFill>
                  <a:srgbClr val="D1D5DB"/>
                </a:solidFill>
                <a:effectLst/>
                <a:latin typeface="Söhne"/>
              </a:rPr>
              <a:t>Fade</a:t>
            </a:r>
            <a:endParaRPr lang="hr-HR" b="0" i="0" dirty="0">
              <a:solidFill>
                <a:srgbClr val="D1D5DB"/>
              </a:solidFill>
              <a:effectLst/>
              <a:latin typeface="Söhne"/>
            </a:endParaRPr>
          </a:p>
          <a:p>
            <a:r>
              <a:rPr lang="hr-HR" b="0" i="0" dirty="0">
                <a:solidFill>
                  <a:srgbClr val="D1D5DB"/>
                </a:solidFill>
                <a:effectLst/>
                <a:latin typeface="Söhne"/>
              </a:rPr>
              <a:t>Postavke video projekta: U softveru za montažu odabrao </a:t>
            </a:r>
            <a:r>
              <a:rPr lang="hr-HR" b="0" i="0" dirty="0" err="1">
                <a:solidFill>
                  <a:srgbClr val="D1D5DB"/>
                </a:solidFill>
                <a:effectLst/>
                <a:latin typeface="Söhne"/>
              </a:rPr>
              <a:t>frame</a:t>
            </a:r>
            <a:r>
              <a:rPr lang="hr-HR" dirty="0">
                <a:solidFill>
                  <a:srgbClr val="D1D5DB"/>
                </a:solidFill>
                <a:effectLst/>
                <a:latin typeface="Söhne"/>
              </a:rPr>
              <a:t> rate 30, dok </a:t>
            </a:r>
          </a:p>
          <a:p>
            <a:r>
              <a:rPr lang="hr-HR" dirty="0">
                <a:solidFill>
                  <a:srgbClr val="D1D5DB"/>
                </a:solidFill>
                <a:effectLst/>
                <a:latin typeface="Söhne"/>
              </a:rPr>
              <a:t>Rezolucija 1920 x 1080 HD</a:t>
            </a:r>
          </a:p>
          <a:p>
            <a:r>
              <a:rPr lang="hr-HR" dirty="0" err="1">
                <a:solidFill>
                  <a:srgbClr val="D1D5DB"/>
                </a:solidFill>
                <a:effectLst/>
                <a:latin typeface="Söhne"/>
              </a:rPr>
              <a:t>Scroll</a:t>
            </a:r>
            <a:r>
              <a:rPr lang="hr-HR" dirty="0">
                <a:solidFill>
                  <a:srgbClr val="D1D5DB"/>
                </a:solidFill>
                <a:effectLst/>
                <a:latin typeface="Söhne"/>
              </a:rPr>
              <a:t> na kraju vida koji prikazuje korištene materijale</a:t>
            </a:r>
          </a:p>
          <a:p>
            <a:endParaRPr lang="hr-HR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6900" indent="0">
              <a:buNone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1101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EC8C0AD-E202-0372-0896-380FF9624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2" y="1647910"/>
            <a:ext cx="3078749" cy="970450"/>
          </a:xfrm>
        </p:spPr>
        <p:txBody>
          <a:bodyPr anchor="b">
            <a:normAutofit/>
          </a:bodyPr>
          <a:lstStyle/>
          <a:p>
            <a:pPr algn="l"/>
            <a:r>
              <a:rPr lang="hr-HR" sz="2800" dirty="0"/>
              <a:t>Problemi prilikom snimanja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9063F33-B110-9C17-E5DA-83B5E1151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3" y="2799249"/>
            <a:ext cx="3078749" cy="4058751"/>
          </a:xfrm>
        </p:spPr>
        <p:txBody>
          <a:bodyPr anchor="t">
            <a:normAutofit/>
          </a:bodyPr>
          <a:lstStyle/>
          <a:p>
            <a:r>
              <a:rPr lang="hr-HR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Nemirnost i neposlušnost snimanog psa</a:t>
            </a:r>
            <a:endParaRPr lang="hr-H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hr-HR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Nepredvidivi vremenski uvijete</a:t>
            </a:r>
            <a:endParaRPr lang="hr-H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hr-HR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Tehnički problemi</a:t>
            </a:r>
            <a:endParaRPr lang="hr-HR" sz="1600" dirty="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0A22D114-11B7-46ED-94A9-18DC1C977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965196"/>
            <a:ext cx="6581364" cy="4781641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F0A104C-D88E-35D2-E677-7847BD857C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81" r="19869" b="-1"/>
          <a:stretch/>
        </p:blipFill>
        <p:spPr>
          <a:xfrm>
            <a:off x="5120640" y="1438360"/>
            <a:ext cx="5676236" cy="383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89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D27E465-B705-3370-7B3F-4B42C9E37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Linkovi do video </a:t>
            </a:r>
            <a:r>
              <a:rPr lang="hr-HR" dirty="0" err="1"/>
              <a:t>uradka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86A049F-F808-8D2D-C9A9-602798E72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sz="18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hr-H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You Tube video: </a:t>
            </a:r>
            <a:r>
              <a:rPr lang="hr-HR" sz="1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2"/>
              </a:rPr>
              <a:t>https://youtu.be/rNEc_o71cDo</a:t>
            </a:r>
            <a:br>
              <a:rPr lang="hr-H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hr-HR" sz="18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hr-H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Tik Tok video:  </a:t>
            </a:r>
            <a:r>
              <a:rPr lang="hr-HR" sz="1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3"/>
              </a:rPr>
              <a:t>https://www.tiktok.com/@zblazevic21.foi/video/7239806357304544539?is</a:t>
            </a:r>
          </a:p>
          <a:p>
            <a:pPr marL="36900" indent="0">
              <a:buNone/>
            </a:pPr>
            <a:r>
              <a:rPr lang="hr-HR" sz="1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3"/>
              </a:rPr>
              <a:t>  _from_webapp=1&amp;web_id=7239798949992597019</a:t>
            </a:r>
            <a:endParaRPr lang="hr-H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479963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37BDB6F-4019-9503-66DE-31179DB3E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6731" y="2945190"/>
            <a:ext cx="4158537" cy="967619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hr-HR" sz="4400" dirty="0"/>
              <a:t>Hvala na pažnji!</a:t>
            </a:r>
          </a:p>
        </p:txBody>
      </p:sp>
    </p:spTree>
    <p:extLst>
      <p:ext uri="{BB962C8B-B14F-4D97-AF65-F5344CB8AC3E}">
        <p14:creationId xmlns:p14="http://schemas.microsoft.com/office/powerpoint/2010/main" val="21830168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Škriljevac">
  <a:themeElements>
    <a:clrScheme name="Škriljevac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Škriljevac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Škriljeva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TM04033929[[fn=Škriljevac]]</Template>
  <TotalTime>1205</TotalTime>
  <Words>261</Words>
  <Application>Microsoft Office PowerPoint</Application>
  <PresentationFormat>Široki zaslon</PresentationFormat>
  <Paragraphs>43</Paragraphs>
  <Slides>10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6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10</vt:i4>
      </vt:variant>
    </vt:vector>
  </HeadingPairs>
  <TitlesOfParts>
    <vt:vector size="17" baseType="lpstr">
      <vt:lpstr>Calibri</vt:lpstr>
      <vt:lpstr>Calisto MT</vt:lpstr>
      <vt:lpstr>neue-haas-grotesk-display</vt:lpstr>
      <vt:lpstr>Söhne</vt:lpstr>
      <vt:lpstr>Times New Roman</vt:lpstr>
      <vt:lpstr>Wingdings 2</vt:lpstr>
      <vt:lpstr>Škriljevac</vt:lpstr>
      <vt:lpstr>Promocija pasmine pasa Bigl (Beagle)</vt:lpstr>
      <vt:lpstr>Pred produkcija</vt:lpstr>
      <vt:lpstr>Produkcija</vt:lpstr>
      <vt:lpstr>Post produkcija</vt:lpstr>
      <vt:lpstr>Post produkcija</vt:lpstr>
      <vt:lpstr>Snimanje</vt:lpstr>
      <vt:lpstr>Montaža videa</vt:lpstr>
      <vt:lpstr>Problemi prilikom snimanja</vt:lpstr>
      <vt:lpstr>Linkovi do video uradka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prezentacija</dc:title>
  <dc:creator>Zdravko Blažević</dc:creator>
  <cp:lastModifiedBy>Zdravko Blažević</cp:lastModifiedBy>
  <cp:revision>7</cp:revision>
  <dcterms:created xsi:type="dcterms:W3CDTF">2023-05-31T11:55:28Z</dcterms:created>
  <dcterms:modified xsi:type="dcterms:W3CDTF">2023-06-01T21:24:11Z</dcterms:modified>
</cp:coreProperties>
</file>